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594360"/>
            <a:ext cx="3749040" cy="3749040"/>
          </a:xfrm>
          <a:prstGeom prst="arc">
            <a:avLst/>
          </a:prstGeom>
          <a:solidFill>
            <a:srgbClr val="F3F6F1">
              <a:alpha val="0"/>
            </a:srgbClr>
          </a:solidFill>
          <a:ln w="228600">
            <a:solidFill>
              <a:srgbClr val="B9DED0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875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141732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採購、收料與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異常處置平台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81635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 AWS Serverless 打造可追溯的 PO 驗收、部分收料、補貨與庫存帳本流程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3685032"/>
            <a:ext cx="1664208" cy="274320"/>
          </a:xfrm>
          <a:prstGeom prst="roundRect">
            <a:avLst>
              <a:gd name="adj" fmla="val 40000"/>
            </a:avLst>
          </a:prstGeom>
          <a:solidFill>
            <a:srgbClr val="E5F2ED"/>
          </a:solidFill>
          <a:ln w="12700">
            <a:solidFill>
              <a:srgbClr val="E5F2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758184"/>
            <a:ext cx="16642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/ Demo System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514600" y="3685032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3758184"/>
            <a:ext cx="12984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ap-northeast-1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662672" y="1417320"/>
            <a:ext cx="3474720" cy="3520440"/>
          </a:xfrm>
          <a:prstGeom prst="roundRect">
            <a:avLst>
              <a:gd name="adj" fmla="val 1842"/>
            </a:avLst>
          </a:prstGeom>
          <a:solidFill>
            <a:srgbClr val="FFFEFA"/>
          </a:solidFill>
          <a:ln w="12700">
            <a:solidFill>
              <a:srgbClr val="B9DE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8432" y="17830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核心成果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28432" y="2322576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267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部分收料與剩餘待收量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2761488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7066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補貨 / 差異允收結案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28432" y="3200400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31455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 原子交易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28432" y="3639312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35844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Alert outbox worker + SNS 警示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6126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專案簡報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問題：收料不是把數字加到庫存而已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採購現場需要處理少到貨、補貨、差異核准與可追溯性。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72768"/>
            <a:ext cx="91440" cy="1508760"/>
          </a:xfrm>
          <a:prstGeom prst="rect">
            <a:avLst/>
          </a:prstGeom>
          <a:solidFill>
            <a:srgbClr val="C97822"/>
          </a:solidFill>
          <a:ln w="12700">
            <a:solidFill>
              <a:srgbClr val="C978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92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32257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 100，實收 80；20 件要如何追蹤？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72768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572768"/>
            <a:ext cx="91440" cy="1508760"/>
          </a:xfrm>
          <a:prstGeom prst="rect">
            <a:avLst/>
          </a:prstGeom>
          <a:solidFill>
            <a:srgbClr val="C64E45"/>
          </a:solidFill>
          <a:ln w="12700">
            <a:solidFill>
              <a:srgbClr val="C64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92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重複入帳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32257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網路重試或雙人操作，不能讓庫存加兩次。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538728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538728"/>
            <a:ext cx="91440" cy="1508760"/>
          </a:xfrm>
          <a:prstGeom prst="rect">
            <a:avLst/>
          </a:prstGeom>
          <a:solidFill>
            <a:srgbClr val="C64E45"/>
          </a:solidFill>
          <a:ln w="12700">
            <a:solidFill>
              <a:srgbClr val="C64E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58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資料不一致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2885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同料號不同品名會造成庫存與帳本對不起來。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538728"/>
            <a:ext cx="5074920" cy="1508760"/>
          </a:xfrm>
          <a:prstGeom prst="roundRect">
            <a:avLst>
              <a:gd name="adj" fmla="val 4242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538728"/>
            <a:ext cx="91440" cy="1508760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58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無法稽核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42885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必須知道誰處置、何時核准、差異是多少。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" y="56509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本專案的設計原則：讓每個數量變化，都有業務狀態、資料交易與稽核紀錄。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專案目標與範圍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聚焦採購收料模組，而不是嘗試一次重做整套 ERP。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600200"/>
            <a:ext cx="3438144" cy="3611880"/>
          </a:xfrm>
          <a:prstGeom prst="roundRect">
            <a:avLst>
              <a:gd name="adj" fmla="val 1862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600200"/>
            <a:ext cx="3438144" cy="109728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業務目標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86968" y="2660904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0604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建立可驗收的採購單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6968" y="3099816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449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處理全數與部分收料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" y="3538728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838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將異常帶入可處置流程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98264" y="1600200"/>
            <a:ext cx="3438144" cy="3611880"/>
          </a:xfrm>
          <a:prstGeom prst="roundRect">
            <a:avLst>
              <a:gd name="adj" fmla="val 1862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8264" y="1600200"/>
            <a:ext cx="3438144" cy="109728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技術目標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81728" y="2660904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0604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Serverless、低維運成本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81728" y="3099816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449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一致性交易與安全重試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81728" y="3538728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4838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可直接做面試 Demo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93024" y="1600200"/>
            <a:ext cx="3438144" cy="3611880"/>
          </a:xfrm>
          <a:prstGeom prst="roundRect">
            <a:avLst>
              <a:gd name="adj" fmla="val 1862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3024" y="1600200"/>
            <a:ext cx="3438144" cy="109728"/>
          </a:xfrm>
          <a:prstGeom prst="rect">
            <a:avLst/>
          </a:prstGeom>
          <a:solidFill>
            <a:srgbClr val="C97822"/>
          </a:solidFill>
          <a:ln w="12700">
            <a:solidFill>
              <a:srgbClr val="C978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目前不在範圍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476488" y="2660904"/>
            <a:ext cx="100584" cy="100584"/>
          </a:xfrm>
          <a:prstGeom prst="ellipse">
            <a:avLst/>
          </a:prstGeom>
          <a:solidFill>
            <a:srgbClr val="C97822"/>
          </a:solidFill>
          <a:ln w="12700">
            <a:solidFill>
              <a:srgbClr val="C978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260604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財務付款與總帳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76488" y="3099816"/>
            <a:ext cx="100584" cy="100584"/>
          </a:xfrm>
          <a:prstGeom prst="ellipse">
            <a:avLst/>
          </a:prstGeom>
          <a:solidFill>
            <a:srgbClr val="C97822"/>
          </a:solidFill>
          <a:ln w="12700">
            <a:solidFill>
              <a:srgbClr val="C978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30449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完整品質檢驗模組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76488" y="3538728"/>
            <a:ext cx="100584" cy="100584"/>
          </a:xfrm>
          <a:prstGeom prst="ellipse">
            <a:avLst/>
          </a:prstGeom>
          <a:solidFill>
            <a:srgbClr val="C97822"/>
          </a:solidFill>
          <a:ln w="12700">
            <a:solidFill>
              <a:srgbClr val="C978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34838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WAF / custom domain 等環境整合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ERP 收料主流程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系統依 PO 狀態控制每一步可以執行的動作。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2648" y="187452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FFFEFA"/>
          </a:solidFill>
          <a:ln w="15240">
            <a:solidFill>
              <a:srgbClr val="007C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21122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PO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2093976"/>
            <a:ext cx="182880" cy="182880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87452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FFFEFA"/>
          </a:solidFill>
          <a:ln w="15240">
            <a:solidFill>
              <a:srgbClr val="007C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21122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待驗收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87368" y="2093976"/>
            <a:ext cx="182880" cy="182880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87452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FFFEFA"/>
          </a:solidFill>
          <a:ln w="15240">
            <a:solidFill>
              <a:srgbClr val="1B8A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1416" y="21122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1888" y="2093976"/>
            <a:ext cx="182880" cy="182880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87452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FFF0DE"/>
          </a:solidFill>
          <a:ln w="15240">
            <a:solidFill>
              <a:srgbClr val="C978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1122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待處理異常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36408" y="2093976"/>
            <a:ext cx="182880" cy="182880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0728" y="187452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FFFEFA"/>
          </a:solidFill>
          <a:ln w="15240">
            <a:solidFill>
              <a:srgbClr val="C978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21122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補貨 / 差異結案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10928" y="2093976"/>
            <a:ext cx="182880" cy="182880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85248" y="187452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FFFEFA"/>
          </a:solidFill>
          <a:ln w="15240">
            <a:solidFill>
              <a:srgbClr val="1B8A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4976" y="21122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" y="306324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36499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全數收料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" y="3767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實收數量 = 訂購數量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4224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轉為「已完成」；庫存增加；寫入 Receipt 與 Inventory Ledger。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306324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36499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部分收料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3767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實收數量 &lt; 訂購數量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224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轉為「待處理異常」；採購選擇補貨或差異允收結案。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異常處置：把短缺帶回可結案流程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異常不是終態；必須有責任人、處置理由與下一步。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2648" y="1554480"/>
            <a:ext cx="2157984" cy="3566160"/>
          </a:xfrm>
          <a:prstGeom prst="roundRect">
            <a:avLst>
              <a:gd name="adj" fmla="val 2966"/>
            </a:avLst>
          </a:prstGeom>
          <a:solidFill>
            <a:srgbClr val="FFF0DE"/>
          </a:solidFill>
          <a:ln w="12700">
            <a:solidFill>
              <a:srgbClr val="E7C5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202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短缺收料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423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PO: 100 pcs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實收: 80 pcs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剩餘: 20 pcs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" y="406908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F8D9AE"/>
          </a:solidFill>
          <a:ln w="12700">
            <a:solidFill>
              <a:srgbClr val="F8D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142232"/>
            <a:ext cx="1280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待處理異常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999232" y="3017520"/>
            <a:ext cx="438912" cy="438912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7328" y="1554480"/>
            <a:ext cx="3429000" cy="3566160"/>
          </a:xfrm>
          <a:prstGeom prst="roundRect">
            <a:avLst>
              <a:gd name="adj" fmla="val 1867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1554480"/>
            <a:ext cx="3429000" cy="109728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9936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59936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採購確認供應商補足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-&gt; 待補貨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僅可收剩餘 20 pcs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59936" y="40050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稽核保存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59936" y="43159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 · resolved_by · note · resolved_at · approved_variances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607808" y="1554480"/>
            <a:ext cx="3429000" cy="3566160"/>
          </a:xfrm>
          <a:prstGeom prst="roundRect">
            <a:avLst>
              <a:gd name="adj" fmla="val 1867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7808" y="1554480"/>
            <a:ext cx="3429000" cy="109728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差異允收結案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00416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主管核准短缺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-&gt; 差異結案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保存 variance 與理由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00416" y="40050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稽核保存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00416" y="43159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 · resolved_by · note · resolved_at · approved_variances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 操作介面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單一操作台同時呈現採購單、庫存、異常處置與可追溯帳本。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2648" y="1463040"/>
            <a:ext cx="6583680" cy="4526280"/>
          </a:xfrm>
          <a:prstGeom prst="roundRect">
            <a:avLst>
              <a:gd name="adj" fmla="val 1414"/>
            </a:avLst>
          </a:prstGeom>
          <a:solidFill>
            <a:srgbClr val="F8FAF7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採購控制台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6968" y="2212848"/>
            <a:ext cx="1307592" cy="685800"/>
          </a:xfrm>
          <a:prstGeom prst="roundRect">
            <a:avLst>
              <a:gd name="adj" fmla="val 6667"/>
            </a:avLst>
          </a:prstGeom>
          <a:solidFill>
            <a:srgbClr val="FFFEFA"/>
          </a:solidFill>
          <a:ln w="6350">
            <a:solidFill>
              <a:srgbClr val="D9E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35915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採購單總數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78408" y="25603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04872" y="2212848"/>
            <a:ext cx="1307592" cy="685800"/>
          </a:xfrm>
          <a:prstGeom prst="roundRect">
            <a:avLst>
              <a:gd name="adj" fmla="val 6667"/>
            </a:avLst>
          </a:prstGeom>
          <a:solidFill>
            <a:srgbClr val="FFFEFA"/>
          </a:solidFill>
          <a:ln w="6350">
            <a:solidFill>
              <a:srgbClr val="D9E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35915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待驗收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496312" y="25603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22776" y="2212848"/>
            <a:ext cx="1307592" cy="685800"/>
          </a:xfrm>
          <a:prstGeom prst="roundRect">
            <a:avLst>
              <a:gd name="adj" fmla="val 6667"/>
            </a:avLst>
          </a:prstGeom>
          <a:solidFill>
            <a:srgbClr val="FFFEFA"/>
          </a:solidFill>
          <a:ln w="6350">
            <a:solidFill>
              <a:srgbClr val="D9E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4216" y="235915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已完成收料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014216" y="25603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0680" y="2212848"/>
            <a:ext cx="1307592" cy="685800"/>
          </a:xfrm>
          <a:prstGeom prst="roundRect">
            <a:avLst>
              <a:gd name="adj" fmla="val 6667"/>
            </a:avLst>
          </a:prstGeom>
          <a:solidFill>
            <a:srgbClr val="FFFEFA"/>
          </a:solidFill>
          <a:ln w="6350">
            <a:solidFill>
              <a:srgbClr val="D9E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35915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歷史異常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532120" y="25603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4E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968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採購單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621024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PO-2026-002     東亞電子材料     已完成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6112" y="3977640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DEMO-...         Demo 供應商      待處理異常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4480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最近庫存異動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4846320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DEMO-MAT-...  收料 · PO-...                           +80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498080" y="1481328"/>
            <a:ext cx="4041648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17099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Demo 採購單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03911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供應商 / 料號 / 品名 / 數量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98080" y="2926080"/>
            <a:ext cx="4041648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1546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異常處置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3483864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補貨 / 差異允收結案 / 說明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98080" y="4370832"/>
            <a:ext cx="4041648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5994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到貨驗收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4928616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本次收料量 = 剩餘待收量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架構與資料流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 API Gateway + Lambda + DynamoDB + SNS 組合，作業台直接整合篩選、調整與 XLSX import。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13970">
            <a:solidFill>
              <a:srgbClr val="0758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167128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Web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49631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Browser Dashboard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2340864"/>
            <a:ext cx="256032" cy="201168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87452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13970">
            <a:solidFill>
              <a:srgbClr val="007C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2167128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71216" y="249631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HTTP API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62272" y="2340864"/>
            <a:ext cx="256032" cy="201168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87452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13970">
            <a:solidFill>
              <a:srgbClr val="1B8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167128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API Lambda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249631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FastAPI / Mangum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47104" y="2340864"/>
            <a:ext cx="256032" cy="201168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1874520"/>
            <a:ext cx="2039112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13970">
            <a:solidFill>
              <a:srgbClr val="007C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6712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24963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· Receipt · Inventory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Ledger · Outbox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070848" y="2340864"/>
            <a:ext cx="256032" cy="201168"/>
          </a:xfrm>
          <a:prstGeom prst="chevron">
            <a:avLst/>
          </a:prstGeom>
          <a:solidFill>
            <a:srgbClr val="D9E5DE"/>
          </a:solidFill>
          <a:ln w="12700">
            <a:solidFill>
              <a:srgbClr val="D9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187452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FFFEFA"/>
          </a:solidFill>
          <a:ln w="13970">
            <a:solidFill>
              <a:srgbClr val="C978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46336" y="2167128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Alert worker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46336" y="249631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EventBridge replay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64040" y="33101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Alert worker → SNS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87552" y="373075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交易一致性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59152" y="37307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TransactWriteItems 同步寫入 Receipt、PO、Inventory、Inventory Transaction、Idempotency 與 alert outbox。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987552" y="4443984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成本策略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59152" y="44439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 PAY_PER_REQUEST、TTL、Lambda 512 MB、CloudWatch retention 可設定；Demo 完成可 destroy。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987552" y="5157216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64E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目前限制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59152" y="515721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Cognito 使用者佈建、custom domain、WAF 與正式通知訂閱仍需依環境設定；程式端 role guard 已完成。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資料模型與一致性控制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不是只更新 quantity；每次行為都必須可查、可重試、不可重複入帳。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72768"/>
            <a:ext cx="73152" cy="1417320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56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Purchase 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226771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 狀態、訂購量、累積 received_quantity、處置稽核資料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43984" y="1572768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572768"/>
            <a:ext cx="73152" cy="1417320"/>
          </a:xfrm>
          <a:prstGeom prst="rect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56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Receipt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226771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每次實收的不可變收料紀錄與異常說明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266176" y="1572768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572768"/>
            <a:ext cx="73152" cy="1417320"/>
          </a:xfrm>
          <a:prstGeom prst="rect">
            <a:avLst/>
          </a:prstGeom>
          <a:solidFill>
            <a:srgbClr val="07584F"/>
          </a:solidFill>
          <a:ln w="12700">
            <a:solidFill>
              <a:srgbClr val="0758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1856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31352" y="226771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可用量、隔離量、material_id 聚合餘額與安全庫存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1792" y="3493008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493008"/>
            <a:ext cx="73152" cy="1417320"/>
          </a:xfrm>
          <a:prstGeom prst="rect">
            <a:avLst/>
          </a:prstGeom>
          <a:solidFill>
            <a:srgbClr val="C97822"/>
          </a:solidFill>
          <a:ln w="12700">
            <a:solidFill>
              <a:srgbClr val="C978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776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Inventory Transaction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418795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每筆 + / - 異動、來源文件、執行人、時間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43984" y="3493008"/>
            <a:ext cx="3456432" cy="1417320"/>
          </a:xfrm>
          <a:prstGeom prst="roundRect">
            <a:avLst>
              <a:gd name="adj" fmla="val 4516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43984" y="3493008"/>
            <a:ext cx="73152" cy="1417320"/>
          </a:xfrm>
          <a:prstGeom prst="rect">
            <a:avLst/>
          </a:prstGeom>
          <a:solidFill>
            <a:srgbClr val="C64E45"/>
          </a:solidFill>
          <a:ln w="12700">
            <a:solidFill>
              <a:srgbClr val="C64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776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4E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Idempotency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418795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相同 key + payload 回傳舊結果；不同 payload 回 409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21792" y="4626864"/>
            <a:ext cx="10972800" cy="804672"/>
          </a:xfrm>
          <a:prstGeom prst="roundRect">
            <a:avLst>
              <a:gd name="adj" fmla="val 7955"/>
            </a:avLst>
          </a:prstGeom>
          <a:solidFill>
            <a:srgbClr val="E5F2ED"/>
          </a:solidFill>
          <a:ln w="10160">
            <a:solidFill>
              <a:srgbClr val="B9DE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90118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關鍵規則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65960" y="4892040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同料號不可使用不同品名 / 單位 · 單張收料不可全為 0 · 超收轉異常待核准 · 每張 PO 最多 48 項以符合 DynamoDB 交易上限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 Demo 腳本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以一張 100 pcs 的 Demo PO，展示正常流程與例外管理。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63624"/>
            <a:ext cx="347472" cy="347472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664208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417320" y="1508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Demo 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5087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輸入供應商、料號、品名與 100 pcs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490472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E5F2ED"/>
          </a:solidFill>
          <a:ln w="12700">
            <a:solidFill>
              <a:srgbClr val="E5F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156362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待驗收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996696" y="1929384"/>
            <a:ext cx="0" cy="347472"/>
          </a:xfrm>
          <a:prstGeom prst="line">
            <a:avLst/>
          </a:prstGeom>
          <a:noFill/>
          <a:ln w="15240">
            <a:solidFill>
              <a:srgbClr val="D9E5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350008"/>
            <a:ext cx="347472" cy="347472"/>
          </a:xfrm>
          <a:prstGeom prst="ellipse">
            <a:avLst/>
          </a:prstGeom>
          <a:solidFill>
            <a:srgbClr val="C97822"/>
          </a:solidFill>
          <a:ln w="12700">
            <a:solidFill>
              <a:srgbClr val="C978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450592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417320" y="2295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部分收料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22951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輸入本次收料 80 pcs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2276856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350008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978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待處理異常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96696" y="2715768"/>
            <a:ext cx="0" cy="347472"/>
          </a:xfrm>
          <a:prstGeom prst="line">
            <a:avLst/>
          </a:prstGeom>
          <a:noFill/>
          <a:ln w="15240">
            <a:solidFill>
              <a:srgbClr val="D9E5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136392"/>
            <a:ext cx="347472" cy="347472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236976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17320" y="30815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異常處置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3081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選擇「補貨」，填寫供應商承諾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23960" y="3063240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E5F2ED"/>
          </a:solidFill>
          <a:ln w="12700">
            <a:solidFill>
              <a:srgbClr val="E5F2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3136392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待補貨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996696" y="3502152"/>
            <a:ext cx="0" cy="347472"/>
          </a:xfrm>
          <a:prstGeom prst="line">
            <a:avLst/>
          </a:prstGeom>
          <a:noFill/>
          <a:ln w="15240">
            <a:solidFill>
              <a:srgbClr val="D9E5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922776"/>
            <a:ext cx="347472" cy="347472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" y="4023360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417320" y="38679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補收剩餘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63240" y="38679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表單自動預填剩餘 20 pcs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23960" y="3849624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E5F2ED"/>
          </a:solidFill>
          <a:ln w="12700">
            <a:solidFill>
              <a:srgbClr val="E5F2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3922776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已完成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996696" y="4288536"/>
            <a:ext cx="0" cy="347472"/>
          </a:xfrm>
          <a:prstGeom prst="line">
            <a:avLst/>
          </a:prstGeom>
          <a:noFill/>
          <a:ln w="15240">
            <a:solidFill>
              <a:srgbClr val="D9E5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4709160"/>
            <a:ext cx="347472" cy="347472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4809744"/>
            <a:ext cx="182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417320" y="46542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查看帳本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63240" y="46542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最近庫存異動顯示 +80 與 +20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23960" y="4636008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E5F2ED"/>
          </a:solidFill>
          <a:ln w="12700">
            <a:solidFill>
              <a:srgbClr val="E5F2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4709160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可稽核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822960" y="5559552"/>
            <a:ext cx="9555480" cy="438912"/>
          </a:xfrm>
          <a:prstGeom prst="roundRect">
            <a:avLst>
              <a:gd name="adj" fmla="val 14583"/>
            </a:avLst>
          </a:prstGeom>
          <a:solidFill>
            <a:srgbClr val="EDF5F1"/>
          </a:solidFill>
          <a:ln w="7620">
            <a:solidFill>
              <a:srgbClr val="B9DE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" y="5705856"/>
            <a:ext cx="8869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7584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可額外示範：重送相同 Idempotency-Key 不會讓庫存再加一次；不同 payload 則回 409。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743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驗證、成本控制與已知風險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85216" y="96012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將可靠性說清楚，也誠實標示下一個工程里程碑。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18520" y="384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527048"/>
            <a:ext cx="3429000" cy="4251960"/>
          </a:xfrm>
          <a:prstGeom prst="roundRect">
            <a:avLst>
              <a:gd name="adj" fmla="val 1867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8A6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已驗證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2505456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245059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Domain / config / MCP 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944368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8895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 compile + Ruff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" y="3383280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328416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前端 JavaScript syntax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" y="3822192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3767328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CI 執行 pytest + Terraform validate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" y="4261104"/>
            <a:ext cx="100584" cy="100584"/>
          </a:xfrm>
          <a:prstGeom prst="ellipse">
            <a:avLst/>
          </a:prstGeom>
          <a:solidFill>
            <a:srgbClr val="1B8A61"/>
          </a:solidFill>
          <a:ln w="12700">
            <a:solidFill>
              <a:srgbClr val="1B8A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420624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部署前保留 runtime 驗證清單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0832" y="1527048"/>
            <a:ext cx="3429000" cy="4251960"/>
          </a:xfrm>
          <a:prstGeom prst="roundRect">
            <a:avLst>
              <a:gd name="adj" fmla="val 1867"/>
            </a:avLst>
          </a:prstGeom>
          <a:solidFill>
            <a:srgbClr val="FFFEFA"/>
          </a:solidFill>
          <a:ln w="8890">
            <a:solidFill>
              <a:srgbClr val="D9E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865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C7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成本控制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45152" y="2505456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245059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Lambda ZIP，不使用 ECR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45152" y="2944368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8895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DynamoDB PAY_PER_REQUEST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45152" y="3383280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328416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Lambda 512 MB / 30 sec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45152" y="3822192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3767328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CloudWatch retention 可設定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45152" y="4261104"/>
            <a:ext cx="100584" cy="100584"/>
          </a:xfrm>
          <a:prstGeom prst="ellipse">
            <a:avLst/>
          </a:prstGeom>
          <a:solidFill>
            <a:srgbClr val="007C70"/>
          </a:solidFill>
          <a:ln w="12700">
            <a:solidFill>
              <a:srgbClr val="007C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420624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Demo 結束後可 Terraform destroy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19872" y="1527048"/>
            <a:ext cx="3429000" cy="4251960"/>
          </a:xfrm>
          <a:prstGeom prst="roundRect">
            <a:avLst>
              <a:gd name="adj" fmla="val 1867"/>
            </a:avLst>
          </a:prstGeom>
          <a:solidFill>
            <a:srgbClr val="FFF9F0"/>
          </a:solidFill>
          <a:ln w="10160">
            <a:solidFill>
              <a:srgbClr val="E7C5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1865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64E4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下一步風險處理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94192" y="2505456"/>
            <a:ext cx="100584" cy="100584"/>
          </a:xfrm>
          <a:prstGeom prst="ellipse">
            <a:avLst/>
          </a:prstGeom>
          <a:solidFill>
            <a:srgbClr val="C64E45"/>
          </a:solidFill>
          <a:ln w="12700">
            <a:solidFill>
              <a:srgbClr val="C64E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04504" y="245059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正式 Cognito 使用者佈建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94192" y="2944368"/>
            <a:ext cx="100584" cy="100584"/>
          </a:xfrm>
          <a:prstGeom prst="ellipse">
            <a:avLst/>
          </a:prstGeom>
          <a:solidFill>
            <a:srgbClr val="C64E45"/>
          </a:solidFill>
          <a:ln w="12700">
            <a:solidFill>
              <a:srgbClr val="C64E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04504" y="28895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custom domain / WAF / 通知訂閱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94192" y="3383280"/>
            <a:ext cx="100584" cy="100584"/>
          </a:xfrm>
          <a:prstGeom prst="ellipse">
            <a:avLst/>
          </a:prstGeom>
          <a:solidFill>
            <a:srgbClr val="C64E45"/>
          </a:solidFill>
          <a:ln w="12700">
            <a:solidFill>
              <a:srgbClr val="C64E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3328416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structured logs 與 SBOM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94192" y="3822192"/>
            <a:ext cx="100584" cy="100584"/>
          </a:xfrm>
          <a:prstGeom prst="ellipse">
            <a:avLst/>
          </a:prstGeom>
          <a:solidFill>
            <a:srgbClr val="C64E45"/>
          </a:solidFill>
          <a:ln w="12700">
            <a:solidFill>
              <a:srgbClr val="C64E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04504" y="3767328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23B3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QC 與 PO / GRN / Invoice 三方匹配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6428232"/>
            <a:ext cx="11018520" cy="0"/>
          </a:xfrm>
          <a:prstGeom prst="line">
            <a:avLst/>
          </a:prstGeom>
          <a:noFill/>
          <a:ln w="8890">
            <a:solidFill>
              <a:srgbClr val="D9E5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6556248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D77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Portfolio Project · FastAPI · AWS Lambda · DynamoDB · Terraform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5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731520"/>
            <a:ext cx="4572000" cy="4572000"/>
          </a:xfrm>
          <a:prstGeom prst="arc">
            <a:avLst/>
          </a:prstGeom>
          <a:solidFill>
            <a:srgbClr val="07584F">
              <a:alpha val="0"/>
            </a:srgbClr>
          </a:solidFill>
          <a:ln w="254000">
            <a:solidFill>
              <a:srgbClr val="39A88A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41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FE0C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SERVERLESS ERP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 ERP 收料的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例外流程做成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可驗證的雲端系統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13232" y="30632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E4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業務流程 · 資料一致性 · Serverless 架構 · 可展示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" y="3886200"/>
            <a:ext cx="5742432" cy="1078992"/>
          </a:xfrm>
          <a:prstGeom prst="roundRect">
            <a:avLst>
              <a:gd name="adj" fmla="val 5932"/>
            </a:avLst>
          </a:prstGeom>
          <a:solidFill>
            <a:srgbClr val="0B6B61"/>
          </a:solidFill>
          <a:ln w="10160">
            <a:solidFill>
              <a:srgbClr val="4AAE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41788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Resume-ready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4517136"/>
            <a:ext cx="4937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E4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AWS Lambda · API Gateway · DynamoDB · SNS · Terraform · FastAPI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6144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E0C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Serverless ERP 完整專案簡報</dc:title>
  <dc:subject>AWS Serverless ERP Receiving and Exception Management</dc:subject>
  <dc:creator>AWS Serverless ERP</dc:creator>
  <cp:lastModifiedBy>AWS Serverless ERP</cp:lastModifiedBy>
  <cp:revision>1</cp:revision>
  <dcterms:created xsi:type="dcterms:W3CDTF">2026-09-13T03:10:12Z</dcterms:created>
  <dcterms:modified xsi:type="dcterms:W3CDTF">2026-09-13T03:10:12Z</dcterms:modified>
</cp:coreProperties>
</file>